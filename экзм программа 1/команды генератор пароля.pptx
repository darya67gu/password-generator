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2BF53-CAD8-B285-0962-5595747C1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8F02F6-AC22-3138-B80A-4677C1FA3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292D0D-DB04-0CFA-2212-F19EC86C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422C00-75D9-B703-CE6F-5EF442C9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0F7794-A2D1-1022-21EE-AB64B3B6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58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B085D-EFED-5DB6-E273-B57B5C21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7BD8A9-A577-C3D1-80A1-8D81790CC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D4649A-4BF6-5081-EC62-21DCDC3A6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03C1F2-675E-0F2A-5392-04C261B3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6702B7-6567-88B5-2281-0CC9152D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399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D781C-546A-4C83-99DE-A5995207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1EFA49-56E9-B71A-EEEE-D1C8BC784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6281FD-DACD-F632-5D7F-BC08CE49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A2EA6A-DAD0-FF89-82F4-4F3691AF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F567E7-15E9-A92E-0F83-5C915C6F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66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9C826-4061-DF57-AEC8-100A4D96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45FD23-F76D-F9B3-7D16-D1B8744AF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D572DA-6DAC-A1FD-E61A-0115EFB47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D8F4FE-D14C-EFB3-A3AA-D554F597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F0ECFD-D786-F73E-2FC2-2C20D0CA3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E592D7-5C66-CF6C-0E24-BFABF3F5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7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C9FFB1-EA9C-A6AF-38FE-F6DBD667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39BFD2-7437-848C-2A32-9593A6149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937EEA-74EA-8D27-5709-D3E37EB01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5E82A8-0DC5-F175-2592-AC767B8C8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285D6DD-4F65-F24A-14F9-1850EE5B3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28F649-DF5F-1421-8340-44F874C4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188348-CF63-565A-13F8-12C160D2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AF4659-21E6-7DB0-321B-A003F8C9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29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4BB1A-20BE-BC66-ACFC-D92907BA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274A9A-EC8D-DF8C-5751-4A9D1D04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72CC74-56D0-DFDC-7595-AD8D7AEA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9784E2-D591-4850-35F8-F2FDE9A9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3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A348D7-6050-0D51-CE0D-EB5FD08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77CEBC-9275-4BEC-03C5-57181A93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08C3B3-EA5C-F0D9-1820-86E0CFB4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0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D41E7C-E86F-B1BA-BB9A-FB6C49F3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0F14D-5972-BD97-92DE-61FF93BD8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0478E8-F6AD-36F2-904F-D7AA8BC84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F4EC85-6FB1-6942-8DEB-378D016D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5C4539-8DA9-1D0D-B0AD-BD85D4C9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4370CA-88B5-4C6C-F35A-A437E643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270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92211-954E-6AC1-3B4F-60CE12CA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0EE886-7C7C-0A98-3729-AE58CFC78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07556B-F1C2-1F03-7047-8B13C3DFB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4968E8-9D04-F497-CA6F-90476E131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073606-6045-5623-D9E9-F4105BCB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E4FEDC-27D7-CE44-D681-3B80330E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1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8199F-437A-EF7E-B10F-3DA1AEBD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D83E28-383E-8278-EE83-C0626FE0E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325A1E-121E-B798-4013-ECC8D15A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B34EF6-3308-9AE1-4787-4772D569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173862-2E71-7F90-DF8A-252C6043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719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C7F73B-3766-1311-C7AA-65239A4AC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36688F-C41E-B1B9-F098-D1B615D7C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765A68-2870-C2E9-6C15-06D6700A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492630-4BCC-ED34-C55E-2F3A0249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EBA2C1-DD81-0F76-6CC4-920C61C2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46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46425-ED0D-E9C2-9A71-6CF9BED3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DE3F27-A05C-385C-F83F-5C125A37A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4A26C9-C1A2-BB78-3B08-0DA29F1C3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B77AF-996C-46AA-8648-D6CA06D75D48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B01A08-E22D-8F94-26EB-13D6ED479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D32133-43B9-AB1D-38B8-18D3AC062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1EEA3-023D-43D1-A869-4F5243321F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90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D595A-FDE2-8658-CFD5-EAD1BBF8F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0091" y="0"/>
            <a:ext cx="9053945" cy="1776845"/>
          </a:xfrm>
        </p:spPr>
        <p:txBody>
          <a:bodyPr/>
          <a:lstStyle/>
          <a:p>
            <a:r>
              <a:rPr lang="ru-RU" b="1" dirty="0"/>
              <a:t>ОСНОВНЫЕ КОМАНДЫ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7DFD2D-5A9B-40A9-E263-F74F4198E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04109"/>
            <a:ext cx="9144000" cy="4686300"/>
          </a:xfrm>
        </p:spPr>
        <p:txBody>
          <a:bodyPr>
            <a:normAutofit/>
          </a:bodyPr>
          <a:lstStyle/>
          <a:p>
            <a:r>
              <a:rPr lang="ru-RU" b="1" dirty="0"/>
              <a:t>СГЕНЕРИРОВАТЬ</a:t>
            </a:r>
            <a:r>
              <a:rPr lang="ru-RU" dirty="0"/>
              <a:t> — запустить создание новых паролей с текущими настройками</a:t>
            </a:r>
          </a:p>
          <a:p>
            <a:r>
              <a:rPr lang="ru-RU" b="1" dirty="0"/>
              <a:t>ОБНОВИТЬ</a:t>
            </a:r>
            <a:r>
              <a:rPr lang="ru-RU" dirty="0"/>
              <a:t> — пересоздать пароли с теми же параметрами (без изменения настроек)</a:t>
            </a:r>
          </a:p>
          <a:p>
            <a:r>
              <a:rPr lang="ru-RU" b="1" dirty="0"/>
              <a:t>СКОПИРОВАТЬ</a:t>
            </a:r>
            <a:r>
              <a:rPr lang="ru-RU" dirty="0"/>
              <a:t> — скопировать выделенный пароль в буфер обмена (можно также нажать CTRL+C)</a:t>
            </a:r>
          </a:p>
          <a:p>
            <a:r>
              <a:rPr lang="ru-RU" b="1" dirty="0"/>
              <a:t>ВЫДЕЛИТЬ ВСЁ</a:t>
            </a:r>
            <a:r>
              <a:rPr lang="ru-RU" dirty="0"/>
              <a:t> — выделить все сгенерированные пароли сразу (можно также нажать CTRL+A)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0750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D3A18-BCCA-502A-940A-818A1207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НАСТРОЙКИ ПАРОЛЯ (ЧТО МОЖНО ИЗМЕНИТЬ)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43120B-345C-2D68-A2E3-D86F401EF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691"/>
            <a:ext cx="10515600" cy="4909272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ДЛИНА ПАРОЛЯ</a:t>
            </a:r>
            <a:r>
              <a:rPr lang="ru-RU" dirty="0"/>
              <a:t> — задать количество символов в одном пароле (от 6 до 32)</a:t>
            </a:r>
          </a:p>
          <a:p>
            <a:r>
              <a:rPr lang="ru-RU" b="1" dirty="0"/>
              <a:t>КОЛИЧЕСТВО ПАРОЛЕЙ</a:t>
            </a:r>
            <a:r>
              <a:rPr lang="ru-RU" dirty="0"/>
              <a:t> — сколько разных паролей сгенерировать за раз (от 1 до 50)</a:t>
            </a:r>
          </a:p>
          <a:p>
            <a:r>
              <a:rPr lang="ru-RU" b="1" dirty="0"/>
              <a:t>СТРОЧНЫЕ БУКВЫ</a:t>
            </a:r>
            <a:r>
              <a:rPr lang="ru-RU" dirty="0"/>
              <a:t> — использовать маленькие буквы (a, b, c...). Можно включить или выключить (ДА или НЕТ)</a:t>
            </a:r>
          </a:p>
          <a:p>
            <a:r>
              <a:rPr lang="ru-RU" b="1" dirty="0"/>
              <a:t>ЗАГЛАВНЫЕ БУКВЫ</a:t>
            </a:r>
            <a:r>
              <a:rPr lang="ru-RU" dirty="0"/>
              <a:t> — использовать большие буквы (A, B, C...). Можно включить или выключить (ДА или НЕТ)</a:t>
            </a:r>
          </a:p>
          <a:p>
            <a:r>
              <a:rPr lang="ru-RU" b="1" dirty="0"/>
              <a:t>ЦИФРЫ</a:t>
            </a:r>
            <a:r>
              <a:rPr lang="ru-RU" dirty="0"/>
              <a:t> — использовать цифры (1, 2, 3...). Можно включить или выключить (ДА или НЕТ)</a:t>
            </a:r>
          </a:p>
          <a:p>
            <a:r>
              <a:rPr lang="ru-RU" b="1" dirty="0"/>
              <a:t>ЗНАКИ</a:t>
            </a:r>
            <a:r>
              <a:rPr lang="ru-RU" dirty="0"/>
              <a:t> — использовать специальные символы (! @ # $ % ^ &amp; * и другие). Можно включить или выключить (ДА или НЕТ)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041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9E860-6A64-3391-77A5-CEAEDE09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КОПИРОВАТЬ ПАРОЛИ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A7639C-F584-9EA8-CFFC-6C6EBD63D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СПОСОБ 1</a:t>
            </a:r>
            <a:r>
              <a:rPr lang="ru-RU" dirty="0"/>
              <a:t> — навести мышь на нужный пароль, зажать левую кнопку и выделить текст, затем нажать ПРАВУЮ КНОПКУ МЫШИ и выбрать «КОПИРОВАТЬ»</a:t>
            </a:r>
          </a:p>
          <a:p>
            <a:r>
              <a:rPr lang="ru-RU" b="1" dirty="0"/>
              <a:t>СПОСОБ 2</a:t>
            </a:r>
            <a:r>
              <a:rPr lang="ru-RU" dirty="0"/>
              <a:t> — выделить пароль мышкой и нажать CTRL + C на клавиатуре</a:t>
            </a:r>
          </a:p>
          <a:p>
            <a:r>
              <a:rPr lang="ru-RU" b="1" dirty="0"/>
              <a:t>СПОСОБ 3</a:t>
            </a:r>
            <a:r>
              <a:rPr lang="ru-RU" dirty="0"/>
              <a:t> — выделить пароль, затем нажать на кнопку «КОПИРОВАТЬ» в контекстном меню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46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41023-1150-3E90-DF80-B2D26C08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ВОЗМОЖНЫЕ ОШИБКИ И РЕШЕНИЯ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69BA9D-7D11-5DF8-FDD0-FA97A35C5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«Выберите хотя бы один тип символов»</a:t>
            </a:r>
            <a:r>
              <a:rPr lang="ru-RU" dirty="0"/>
              <a:t> — значит, выключены все четыре вида символов. Включи хотя бы один переключатель в положение «ДА».</a:t>
            </a:r>
          </a:p>
          <a:p>
            <a:r>
              <a:rPr lang="ru-RU" b="1" dirty="0"/>
              <a:t>Не копируется пароль</a:t>
            </a:r>
            <a:r>
              <a:rPr lang="ru-RU" dirty="0"/>
              <a:t> — значит, ты не выделил текст. Зажми левую кнопку мыши и проведи по нужному паролю, чтобы он стал синим, затем повтори попытку копирования.</a:t>
            </a:r>
          </a:p>
          <a:p>
            <a:r>
              <a:rPr lang="ru-RU" b="1" dirty="0"/>
              <a:t>Пароли слишком похожие</a:t>
            </a:r>
            <a:r>
              <a:rPr lang="ru-RU" dirty="0"/>
              <a:t> — попробуй увеличить длину пароля или добавить больше типов символов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8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D5762-63EE-04F4-6027-804BA8D6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3E1C5B-5F10-DBB6-23BE-7E261237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460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1504B-4D29-0986-B77D-64391520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A20ED6-517D-633E-A10D-388F683B5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2438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320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ОСНОВНЫЕ КОМАНДЫ </vt:lpstr>
      <vt:lpstr>НАСТРОЙКИ ПАРОЛЯ (ЧТО МОЖНО ИЗМЕНИТЬ) </vt:lpstr>
      <vt:lpstr>КАК КОПИРОВАТЬ ПАРОЛИ </vt:lpstr>
      <vt:lpstr>ВОЗМОЖНЫЕ ОШИБКИ И РЕШЕНИЯ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Олеся Турчинская</dc:creator>
  <cp:lastModifiedBy>Олеся Турчинская</cp:lastModifiedBy>
  <cp:revision>1</cp:revision>
  <dcterms:created xsi:type="dcterms:W3CDTF">2026-05-16T11:06:40Z</dcterms:created>
  <dcterms:modified xsi:type="dcterms:W3CDTF">2026-05-16T11:09:48Z</dcterms:modified>
</cp:coreProperties>
</file>